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matic SC"/>
      <p:regular r:id="rId20"/>
      <p:bold r:id="rId21"/>
    </p:embeddedFont>
    <p:embeddedFont>
      <p:font typeface="Source Code Pr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maticSC-regular.fntdata"/><Relationship Id="rId22" Type="http://schemas.openxmlformats.org/officeDocument/2006/relationships/font" Target="fonts/SourceCodePro-regular.fntdata"/><Relationship Id="rId21" Type="http://schemas.openxmlformats.org/officeDocument/2006/relationships/font" Target="fonts/AmaticSC-bold.fntdata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798c3e0948d5b54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798c3e0948d5b54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798c3e0948d5b54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798c3e0948d5b54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798c3e0948d5b54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798c3e0948d5b54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798c3e0948d5b54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798c3e0948d5b54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798c3e0948d5b54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798c3e0948d5b54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798c3e0948d5b54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798c3e0948d5b54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798c3e0948d5b54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798c3e0948d5b54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798c3e0948d5b54c_16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798c3e0948d5b54c_16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798c3e0948d5b54c_16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798c3e0948d5b54c_1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798c3e0948d5b54c_16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798c3e0948d5b54c_16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798c3e0948d5b54c_16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798c3e0948d5b54c_16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798c3e0948d5b54c_16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798c3e0948d5b54c_16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798c3e0948d5b54c_16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798c3e0948d5b54c_16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32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7.jpg"/><Relationship Id="rId5" Type="http://schemas.openxmlformats.org/officeDocument/2006/relationships/image" Target="../media/image28.png"/><Relationship Id="rId6" Type="http://schemas.openxmlformats.org/officeDocument/2006/relationships/image" Target="../media/image17.png"/><Relationship Id="rId7" Type="http://schemas.openxmlformats.org/officeDocument/2006/relationships/image" Target="../media/image31.png"/><Relationship Id="rId8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9" Type="http://schemas.openxmlformats.org/officeDocument/2006/relationships/image" Target="../media/image29.jpg"/><Relationship Id="rId5" Type="http://schemas.openxmlformats.org/officeDocument/2006/relationships/image" Target="../media/image20.jpg"/><Relationship Id="rId6" Type="http://schemas.openxmlformats.org/officeDocument/2006/relationships/image" Target="../media/image18.jpg"/><Relationship Id="rId7" Type="http://schemas.openxmlformats.org/officeDocument/2006/relationships/image" Target="../media/image24.jpg"/><Relationship Id="rId8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13" y="20766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Patata Subacuática Montada En Monopatín</a:t>
            </a:r>
            <a:endParaRPr/>
          </a:p>
        </p:txBody>
      </p:sp>
      <p:pic>
        <p:nvPicPr>
          <p:cNvPr id="57" name="Google Shape;57;p13" title="FairyLabRunLogo.png"/>
          <p:cNvPicPr preferRelativeResize="0"/>
          <p:nvPr/>
        </p:nvPicPr>
        <p:blipFill rotWithShape="1">
          <a:blip r:embed="rId3">
            <a:alphaModFix/>
          </a:blip>
          <a:srcRect b="38801" l="28794" r="21850" t="37890"/>
          <a:stretch/>
        </p:blipFill>
        <p:spPr>
          <a:xfrm>
            <a:off x="1226163" y="214958"/>
            <a:ext cx="6691675" cy="1777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patata subacuatica montada en monopatí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22122">
            <a:off x="3242596" y="3441380"/>
            <a:ext cx="2658851" cy="17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Introducción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Especificaciones </a:t>
            </a:r>
            <a:r>
              <a:rPr lang="es"/>
              <a:t>básicas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Jugabilidad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Narrativa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Imagen y diseño visual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Sonido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Interfaz y diagrama de flujo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Comunicación</a:t>
            </a:r>
            <a:r>
              <a:rPr lang="es"/>
              <a:t> y márketing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Referencias</a:t>
            </a:r>
            <a:endParaRPr/>
          </a:p>
        </p:txBody>
      </p:sp>
      <p:pic>
        <p:nvPicPr>
          <p:cNvPr id="65" name="Google Shape;65;p14" title="patata subacuatica montada en monopatín.png"/>
          <p:cNvPicPr preferRelativeResize="0"/>
          <p:nvPr/>
        </p:nvPicPr>
        <p:blipFill rotWithShape="1">
          <a:blip r:embed="rId3">
            <a:alphaModFix/>
          </a:blip>
          <a:srcRect b="0" l="17370" r="11440" t="11442"/>
          <a:stretch/>
        </p:blipFill>
        <p:spPr>
          <a:xfrm>
            <a:off x="5758425" y="1798413"/>
            <a:ext cx="1865025" cy="15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Introducción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271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Fairy Lab Run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Carreras online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Powerups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Obstáculos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Empujes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0599" y="1254780"/>
            <a:ext cx="5709875" cy="321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patata subacuatica montada en monopatín.png"/>
          <p:cNvPicPr preferRelativeResize="0"/>
          <p:nvPr/>
        </p:nvPicPr>
        <p:blipFill rotWithShape="1">
          <a:blip r:embed="rId4">
            <a:alphaModFix/>
          </a:blip>
          <a:srcRect b="0" l="17370" r="11440" t="11442"/>
          <a:stretch/>
        </p:blipFill>
        <p:spPr>
          <a:xfrm>
            <a:off x="7961925" y="408543"/>
            <a:ext cx="778549" cy="64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Especificaciones básicas</a:t>
            </a:r>
            <a:endParaRPr/>
          </a:p>
        </p:txBody>
      </p:sp>
      <p:pic>
        <p:nvPicPr>
          <p:cNvPr id="79" name="Google Shape;79;p16" title="patata subacuatica montada en monopatín.png"/>
          <p:cNvPicPr preferRelativeResize="0"/>
          <p:nvPr/>
        </p:nvPicPr>
        <p:blipFill rotWithShape="1">
          <a:blip r:embed="rId3">
            <a:alphaModFix/>
          </a:blip>
          <a:srcRect b="0" l="17370" r="11440" t="11442"/>
          <a:stretch/>
        </p:blipFill>
        <p:spPr>
          <a:xfrm>
            <a:off x="7961925" y="408543"/>
            <a:ext cx="778549" cy="6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688" y="1264418"/>
            <a:ext cx="8314635" cy="3784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2050" y="1245875"/>
            <a:ext cx="3130825" cy="3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3.1. Jugabilidad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444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Controles (A / D / flechas de dirección/ espacio / Click izq / intro / Esc)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Empujes y colisiones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Objetos (bebida, escudo, pesas, ruleta, cometa, </a:t>
            </a:r>
            <a:r>
              <a:rPr lang="es"/>
              <a:t>melodía</a:t>
            </a:r>
            <a:r>
              <a:rPr lang="es"/>
              <a:t>, hielo, botas)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Puntuación</a:t>
            </a:r>
            <a:endParaRPr/>
          </a:p>
        </p:txBody>
      </p:sp>
      <p:pic>
        <p:nvPicPr>
          <p:cNvPr id="88" name="Google Shape;88;p17" title="patata subacuatica montada en monopatí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3371" y="1835646"/>
            <a:ext cx="2658850" cy="17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3.2. Jugabilidad 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271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Obstáculos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Enemigo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Niveles</a:t>
            </a:r>
            <a:endParaRPr/>
          </a:p>
        </p:txBody>
      </p:sp>
      <p:pic>
        <p:nvPicPr>
          <p:cNvPr id="95" name="Google Shape;95;p18" title="patata subacuatica montada en monopatín.png"/>
          <p:cNvPicPr preferRelativeResize="0"/>
          <p:nvPr/>
        </p:nvPicPr>
        <p:blipFill rotWithShape="1">
          <a:blip r:embed="rId3">
            <a:alphaModFix/>
          </a:blip>
          <a:srcRect b="0" l="17370" r="11440" t="11442"/>
          <a:stretch/>
        </p:blipFill>
        <p:spPr>
          <a:xfrm>
            <a:off x="7961925" y="408543"/>
            <a:ext cx="778549" cy="6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0600" y="1227005"/>
            <a:ext cx="5808604" cy="326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5">
            <a:alphaModFix/>
          </a:blip>
          <a:srcRect b="0" l="22643" r="0" t="0"/>
          <a:stretch/>
        </p:blipFill>
        <p:spPr>
          <a:xfrm>
            <a:off x="1222875" y="3418025"/>
            <a:ext cx="648425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Narrativa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4731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Great Fairy Wars -&gt; Fairy Lab Run</a:t>
            </a:r>
            <a:endParaRPr/>
          </a:p>
        </p:txBody>
      </p:sp>
      <p:pic>
        <p:nvPicPr>
          <p:cNvPr id="104" name="Google Shape;104;p19" title="patata subacuatica montada en monopatín.png"/>
          <p:cNvPicPr preferRelativeResize="0"/>
          <p:nvPr/>
        </p:nvPicPr>
        <p:blipFill rotWithShape="1">
          <a:blip r:embed="rId3">
            <a:alphaModFix/>
          </a:blip>
          <a:srcRect b="0" l="17370" r="11440" t="11442"/>
          <a:stretch/>
        </p:blipFill>
        <p:spPr>
          <a:xfrm>
            <a:off x="7961925" y="408543"/>
            <a:ext cx="778549" cy="6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800" y="2571750"/>
            <a:ext cx="3612375" cy="204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3423" y="607975"/>
            <a:ext cx="2667965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5679800" y="4273725"/>
            <a:ext cx="20316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L.O.B.I.T.O.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1289975" y="2759650"/>
            <a:ext cx="24576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Yuliya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5.1. Imagen y diseño visual 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372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Dibujo </a:t>
            </a:r>
            <a:r>
              <a:rPr lang="es"/>
              <a:t>digital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Paletas de color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Slider jugador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Cámara</a:t>
            </a:r>
            <a:endParaRPr/>
          </a:p>
        </p:txBody>
      </p:sp>
      <p:pic>
        <p:nvPicPr>
          <p:cNvPr id="115" name="Google Shape;115;p20" title="patata subacuatica montada en monopatín.png"/>
          <p:cNvPicPr preferRelativeResize="0"/>
          <p:nvPr/>
        </p:nvPicPr>
        <p:blipFill rotWithShape="1">
          <a:blip r:embed="rId3">
            <a:alphaModFix/>
          </a:blip>
          <a:srcRect b="0" l="17370" r="11440" t="11442"/>
          <a:stretch/>
        </p:blipFill>
        <p:spPr>
          <a:xfrm>
            <a:off x="7961925" y="408543"/>
            <a:ext cx="778549" cy="6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 rotWithShape="1">
          <a:blip r:embed="rId4">
            <a:alphaModFix/>
          </a:blip>
          <a:srcRect b="37536" l="29796" r="21438" t="35939"/>
          <a:stretch/>
        </p:blipFill>
        <p:spPr>
          <a:xfrm>
            <a:off x="4827950" y="445023"/>
            <a:ext cx="2342227" cy="71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1850" y="1169636"/>
            <a:ext cx="57721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7063" y="2213426"/>
            <a:ext cx="587692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5.2. Imagen y diseño visual 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52475"/>
            <a:ext cx="304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Moodboard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Touhou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JoJo’s Bizarre adventure parte 7 Steel Ball Run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</a:t>
            </a:r>
            <a:r>
              <a:rPr lang="es"/>
              <a:t>ersonajes antropomórficos</a:t>
            </a:r>
            <a:endParaRPr/>
          </a:p>
        </p:txBody>
      </p:sp>
      <p:pic>
        <p:nvPicPr>
          <p:cNvPr id="125" name="Google Shape;125;p21" title="patata subacuatica montada en monopatín.png"/>
          <p:cNvPicPr preferRelativeResize="0"/>
          <p:nvPr/>
        </p:nvPicPr>
        <p:blipFill rotWithShape="1">
          <a:blip r:embed="rId3">
            <a:alphaModFix/>
          </a:blip>
          <a:srcRect b="0" l="17370" r="11440" t="11442"/>
          <a:stretch/>
        </p:blipFill>
        <p:spPr>
          <a:xfrm>
            <a:off x="7961925" y="408543"/>
            <a:ext cx="778549" cy="6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8975" y="1576513"/>
            <a:ext cx="5723326" cy="2655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6. Sonido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152475"/>
            <a:ext cx="271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Música</a:t>
            </a:r>
            <a:r>
              <a:rPr lang="es"/>
              <a:t> propia para menú, carrera, victoria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Efectos de sonido para cada interacción</a:t>
            </a:r>
            <a:endParaRPr/>
          </a:p>
        </p:txBody>
      </p:sp>
      <p:pic>
        <p:nvPicPr>
          <p:cNvPr id="133" name="Google Shape;133;p22" title="patata subacuatica montada en monopatín.png"/>
          <p:cNvPicPr preferRelativeResize="0"/>
          <p:nvPr/>
        </p:nvPicPr>
        <p:blipFill rotWithShape="1">
          <a:blip r:embed="rId3">
            <a:alphaModFix/>
          </a:blip>
          <a:srcRect b="0" l="17370" r="11440" t="11442"/>
          <a:stretch/>
        </p:blipFill>
        <p:spPr>
          <a:xfrm>
            <a:off x="7961925" y="408543"/>
            <a:ext cx="778549" cy="6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4963" y="292850"/>
            <a:ext cx="2497350" cy="23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 title="initialD(pot8o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5350" y="2767000"/>
            <a:ext cx="3876585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7.1. Interfaces</a:t>
            </a:r>
            <a:endParaRPr/>
          </a:p>
        </p:txBody>
      </p:sp>
      <p:pic>
        <p:nvPicPr>
          <p:cNvPr id="141" name="Google Shape;141;p23" title="patata subacuatica montada en monopatín.png"/>
          <p:cNvPicPr preferRelativeResize="0"/>
          <p:nvPr/>
        </p:nvPicPr>
        <p:blipFill rotWithShape="1">
          <a:blip r:embed="rId3">
            <a:alphaModFix/>
          </a:blip>
          <a:srcRect b="0" l="17370" r="11440" t="11442"/>
          <a:stretch/>
        </p:blipFill>
        <p:spPr>
          <a:xfrm>
            <a:off x="7961925" y="408543"/>
            <a:ext cx="778549" cy="6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526" y="1021775"/>
            <a:ext cx="3736003" cy="210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1625" y="1021775"/>
            <a:ext cx="3735997" cy="210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 rotWithShape="1">
          <a:blip r:embed="rId6">
            <a:alphaModFix/>
          </a:blip>
          <a:srcRect b="30377" l="0" r="0" t="0"/>
          <a:stretch/>
        </p:blipFill>
        <p:spPr>
          <a:xfrm>
            <a:off x="645600" y="3196900"/>
            <a:ext cx="2795847" cy="194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 rotWithShape="1">
          <a:blip r:embed="rId7">
            <a:alphaModFix/>
          </a:blip>
          <a:srcRect b="6187" l="14095" r="13843" t="4014"/>
          <a:stretch/>
        </p:blipFill>
        <p:spPr>
          <a:xfrm>
            <a:off x="5408713" y="3305950"/>
            <a:ext cx="1221821" cy="1522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7.2. Diagrama de flujo</a:t>
            </a:r>
            <a:endParaRPr/>
          </a:p>
        </p:txBody>
      </p:sp>
      <p:pic>
        <p:nvPicPr>
          <p:cNvPr id="151" name="Google Shape;151;p24" title="patata subacuatica montada en monopatín.png"/>
          <p:cNvPicPr preferRelativeResize="0"/>
          <p:nvPr/>
        </p:nvPicPr>
        <p:blipFill rotWithShape="1">
          <a:blip r:embed="rId3">
            <a:alphaModFix/>
          </a:blip>
          <a:srcRect b="0" l="17370" r="11440" t="11442"/>
          <a:stretch/>
        </p:blipFill>
        <p:spPr>
          <a:xfrm>
            <a:off x="7961925" y="408543"/>
            <a:ext cx="778549" cy="6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9713" y="1157075"/>
            <a:ext cx="524457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8. Comunicación y márketing</a:t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311700" y="1152475"/>
            <a:ext cx="232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Mensaje clave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Canales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Calendario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Material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Eslogan</a:t>
            </a:r>
            <a:endParaRPr/>
          </a:p>
        </p:txBody>
      </p:sp>
      <p:pic>
        <p:nvPicPr>
          <p:cNvPr id="159" name="Google Shape;159;p25" title="patata subacuatica montada en monopatín.png"/>
          <p:cNvPicPr preferRelativeResize="0"/>
          <p:nvPr/>
        </p:nvPicPr>
        <p:blipFill rotWithShape="1">
          <a:blip r:embed="rId3">
            <a:alphaModFix/>
          </a:blip>
          <a:srcRect b="0" l="17370" r="11440" t="11442"/>
          <a:stretch/>
        </p:blipFill>
        <p:spPr>
          <a:xfrm>
            <a:off x="7961925" y="408543"/>
            <a:ext cx="778549" cy="6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3738" y="1085088"/>
            <a:ext cx="1898917" cy="171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5"/>
          <p:cNvPicPr preferRelativeResize="0"/>
          <p:nvPr/>
        </p:nvPicPr>
        <p:blipFill rotWithShape="1">
          <a:blip r:embed="rId5">
            <a:alphaModFix/>
          </a:blip>
          <a:srcRect b="17189" l="3633" r="0" t="8594"/>
          <a:stretch/>
        </p:blipFill>
        <p:spPr>
          <a:xfrm>
            <a:off x="6244725" y="3057091"/>
            <a:ext cx="2543301" cy="160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1825" y="2964198"/>
            <a:ext cx="1604674" cy="160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60722" y="1152472"/>
            <a:ext cx="1346875" cy="134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 rotWithShape="1">
          <a:blip r:embed="rId8">
            <a:alphaModFix/>
          </a:blip>
          <a:srcRect b="0" l="0" r="0" t="25871"/>
          <a:stretch/>
        </p:blipFill>
        <p:spPr>
          <a:xfrm>
            <a:off x="4489925" y="2907938"/>
            <a:ext cx="1754800" cy="18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9. Referencias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152475"/>
            <a:ext cx="2039400" cy="25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Touhou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SpeedRunners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Jojo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Material de la asignatura</a:t>
            </a:r>
            <a:endParaRPr/>
          </a:p>
        </p:txBody>
      </p:sp>
      <p:pic>
        <p:nvPicPr>
          <p:cNvPr id="171" name="Google Shape;171;p26" title="patata subacuatica montada en monopatín.png"/>
          <p:cNvPicPr preferRelativeResize="0"/>
          <p:nvPr/>
        </p:nvPicPr>
        <p:blipFill rotWithShape="1">
          <a:blip r:embed="rId3">
            <a:alphaModFix/>
          </a:blip>
          <a:srcRect b="0" l="17370" r="11440" t="11442"/>
          <a:stretch/>
        </p:blipFill>
        <p:spPr>
          <a:xfrm>
            <a:off x="7961925" y="408543"/>
            <a:ext cx="778549" cy="6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3500" y="1054221"/>
            <a:ext cx="2382201" cy="1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 title="downloa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2400" y="1252352"/>
            <a:ext cx="3643404" cy="199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 title="images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6575" y="2571750"/>
            <a:ext cx="2916050" cy="221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 title="images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83775" y="3383275"/>
            <a:ext cx="1760225" cy="176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 title="download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05025" y="3401877"/>
            <a:ext cx="1688550" cy="1589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6" title="images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9847" y="3663124"/>
            <a:ext cx="1365104" cy="1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